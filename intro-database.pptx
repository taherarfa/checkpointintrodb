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40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58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818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83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78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29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255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19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73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71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361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824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2962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370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849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41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B83E4-4482-4B5A-990A-A855F7B4E4B6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1AB626-3182-4536-970A-7D9ED35C8A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26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2A8C-B815-4651-A77A-74EED95C8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630" y="1412290"/>
            <a:ext cx="7766936" cy="1646302"/>
          </a:xfrm>
        </p:spPr>
        <p:txBody>
          <a:bodyPr/>
          <a:lstStyle/>
          <a:p>
            <a:pPr algn="ctr"/>
            <a:r>
              <a:rPr lang="fr-FR" dirty="0"/>
              <a:t>Introduction To </a:t>
            </a:r>
            <a:r>
              <a:rPr lang="fr-FR" dirty="0" err="1"/>
              <a:t>DataBase</a:t>
            </a:r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90053F6-0A02-4253-9B72-052BCFCB7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532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dirty="0"/>
              <a:t>MySQL</a:t>
            </a:r>
          </a:p>
          <a:p>
            <a:r>
              <a:rPr lang="fr-FR" sz="3600" dirty="0" err="1"/>
              <a:t>Postgre</a:t>
            </a:r>
            <a:r>
              <a:rPr lang="fr-FR" sz="3600" dirty="0"/>
              <a:t> SQL</a:t>
            </a:r>
          </a:p>
          <a:p>
            <a:r>
              <a:rPr lang="fr-FR" sz="3600" dirty="0"/>
              <a:t>SQL Server</a:t>
            </a:r>
          </a:p>
          <a:p>
            <a:endParaRPr lang="fr-FR" sz="3600" dirty="0"/>
          </a:p>
          <a:p>
            <a:endParaRPr lang="fr-FR" sz="3600" dirty="0"/>
          </a:p>
          <a:p>
            <a:pPr marL="0" indent="0">
              <a:buNone/>
            </a:pPr>
            <a:endParaRPr lang="fr-FR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12A62-785A-4CD4-AB0C-EB60177A5774}"/>
              </a:ext>
            </a:extLst>
          </p:cNvPr>
          <p:cNvSpPr txBox="1"/>
          <p:nvPr/>
        </p:nvSpPr>
        <p:spPr>
          <a:xfrm>
            <a:off x="6969573" y="5445710"/>
            <a:ext cx="1797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Taher </a:t>
            </a:r>
            <a:r>
              <a:rPr lang="fr-FR" sz="2000" b="1" dirty="0" err="1"/>
              <a:t>Arfaoui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11238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DF7AC2EE-580E-43E1-A862-6E907127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54" y="274373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RDBM</a:t>
            </a:r>
            <a:r>
              <a:rPr lang="en-US" b="1" i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b="0" i="0" dirty="0">
                <a:solidFill>
                  <a:srgbClr val="393C40"/>
                </a:solidFill>
                <a:effectLst/>
                <a:latin typeface="inherit"/>
              </a:rPr>
            </a:br>
            <a:endParaRPr lang="fr-FR" dirty="0"/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ADCFAF26-59DD-4EDF-A037-3E20B9F870D7}"/>
              </a:ext>
            </a:extLst>
          </p:cNvPr>
          <p:cNvSpPr txBox="1"/>
          <p:nvPr/>
        </p:nvSpPr>
        <p:spPr>
          <a:xfrm>
            <a:off x="168463" y="1555263"/>
            <a:ext cx="69919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RDBMs are software systems that enable users to define, create, maintain and control access to relational databases.</a:t>
            </a:r>
          </a:p>
          <a:p>
            <a:pPr algn="just"/>
            <a:endParaRPr lang="en-US" sz="2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Relational, because the databases’ tables are inter-jointed / inter-connected with a specific hierarchy (one-to-one, one-to-many and many-to-many).</a:t>
            </a:r>
          </a:p>
          <a:p>
            <a:pPr algn="just"/>
            <a:endParaRPr lang="en-US" sz="2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instead of having one gigantic table with multiple columns and rows we can divide this main table into inter-linked sub-tables. Making it easier to access data, to understand the database and to handle complex data configuration.</a:t>
            </a:r>
          </a:p>
        </p:txBody>
      </p:sp>
      <p:pic>
        <p:nvPicPr>
          <p:cNvPr id="9" name="Image 6">
            <a:extLst>
              <a:ext uri="{FF2B5EF4-FFF2-40B4-BE49-F238E27FC236}">
                <a16:creationId xmlns:a16="http://schemas.microsoft.com/office/drawing/2014/main" id="{73D36E8A-E0A9-4BDB-A332-C199419D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857" y="2207625"/>
            <a:ext cx="4556098" cy="330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2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CC3F-AB90-4415-B3DE-C94EF4E61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38" y="0"/>
            <a:ext cx="8596668" cy="1120725"/>
          </a:xfrm>
        </p:spPr>
        <p:txBody>
          <a:bodyPr/>
          <a:lstStyle/>
          <a:p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:</a:t>
            </a:r>
            <a:br>
              <a:rPr lang="fr-FR" dirty="0"/>
            </a:br>
            <a:r>
              <a:rPr lang="fr-FR" sz="2400" dirty="0"/>
              <a:t>MySQL, PostgreSQL, </a:t>
            </a:r>
            <a:r>
              <a:rPr lang="fr-FR" sz="2400" dirty="0" err="1"/>
              <a:t>SQLServer</a:t>
            </a:r>
            <a:endParaRPr lang="fr-FR" sz="2400" dirty="0"/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10472B31-95F4-49A6-828E-E1E78B9A0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738" y="1120725"/>
            <a:ext cx="9736930" cy="547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248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40</TotalTime>
  <Words>106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inherit</vt:lpstr>
      <vt:lpstr>Times New Roman</vt:lpstr>
      <vt:lpstr>Trebuchet MS</vt:lpstr>
      <vt:lpstr>Wingdings 3</vt:lpstr>
      <vt:lpstr>Facet</vt:lpstr>
      <vt:lpstr>Introduction To DataBase</vt:lpstr>
      <vt:lpstr>What is RDBM? </vt:lpstr>
      <vt:lpstr>Comparison between: MySQL, PostgreSQL, SQLServer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Utilisateur Windows</dc:creator>
  <cp:lastModifiedBy>Utilisateur Windows</cp:lastModifiedBy>
  <cp:revision>5</cp:revision>
  <dcterms:created xsi:type="dcterms:W3CDTF">2020-12-08T19:05:19Z</dcterms:created>
  <dcterms:modified xsi:type="dcterms:W3CDTF">2020-12-08T19:45:27Z</dcterms:modified>
</cp:coreProperties>
</file>